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NunitoSemiBold-bold.fntdata"/><Relationship Id="rId21" Type="http://schemas.openxmlformats.org/officeDocument/2006/relationships/font" Target="fonts/NunitoSemiBold-regular.fntdata"/><Relationship Id="rId24" Type="http://schemas.openxmlformats.org/officeDocument/2006/relationships/font" Target="fonts/NunitoSemiBold-boldItalic.fntdata"/><Relationship Id="rId23" Type="http://schemas.openxmlformats.org/officeDocument/2006/relationships/font" Target="fonts/Nunito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Extra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NunitoExtra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8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20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9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Presentation Title</a:t>
            </a:r>
            <a:endParaRPr sz="3600"/>
          </a:p>
        </p:txBody>
      </p:sp>
      <p:sp>
        <p:nvSpPr>
          <p:cNvPr id="106" name="Google Shape;106;p1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Project and Course Name</a:t>
            </a:r>
            <a:endParaRPr b="0" sz="3000"/>
          </a:p>
        </p:txBody>
      </p:sp>
      <p:sp>
        <p:nvSpPr>
          <p:cNvPr id="107" name="Google Shape;107;p1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Date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Appendix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actionable insights &amp; recommendations for the business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define the problem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solution approach / methodology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key results from EDA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200">
              <a:solidFill>
                <a:srgbClr val="000000"/>
              </a:solidFill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202550" y="861975"/>
            <a:ext cx="86298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For each of the following steps, write down observations and describe the steps undertaken to preprocess the data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Duplicate Value Check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Missing Value Detection and Treatment (if needed with rationale)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Feature Engineering (if needed with rationale)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Data Preparation for Modeling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Split the data into different sets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 and Final Model Selection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Compare the performance of the tuned models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Overview of final model and its parameters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Comment on the performance of the final model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Summary of most important factors used by the model for prediction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mention the data background and contents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 - Baseline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List the models built along with the scores on different evaluation metrics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Comment on the model performance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List the best performing models (2) among all the models built previously with rationale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Describe the method used and parameters tuned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Comment on the performance of the tuned models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</a:t>
            </a:r>
            <a:endParaRPr i="1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4" name="Google Shape;174;p1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add any other pointers (if needed)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